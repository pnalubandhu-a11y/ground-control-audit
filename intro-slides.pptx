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~25s. Set the stakes before the terminal. GPU time is the most expensive thing we sell; when a run stalls, the clock is running. The painful part isn't fixing it - it's FINDING it, by hand, across many nodes, and the cause could be hardware or a single config setting. Both look identical from the outside: 'it's just slow.' Hold the problem here, then: 'so we built this.'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~25s. This is the pivot into the demo. The differentiator is the verdict engine: it doesn't just list red/green checks, it CORRELATES them into one named root cause with the action. Same tool serves ops, customers, and support. It's deterministic and runs on real hardware - no AI cost to run. Then launch the terminal: 'let me show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3AD0E8"/>
                </a:solidFill>
                <a:latin typeface="Arial"/>
              </a:rPr>
              <a:t>GROUND CONTROL  -  CoreWeave Moonshot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Arial"/>
              </a:rPr>
              <a:t>When a GPU cluster slows down, nobody knows WHY fast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A stalled 1,000-GPU training run burns thousands of dollars an hour - sitting idle.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Finding the cause means an engineer hand-correlating nvidia-smi, ibstat, NCCL logs and counters across dozens of nodes.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The culprit may be hardware (a bad GPU or cable) or one wrong setting - and both just look like "the cluster is slow."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solidFill>
            <a:srgbClr val="14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FC107"/>
                </a:solidFill>
                <a:latin typeface="Arial"/>
              </a:rPr>
              <a:t>Today, diagnosis is manual, slow, and expert-bound - hours to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3AD0E8"/>
                </a:solidFill>
                <a:latin typeface="Arial"/>
              </a:rPr>
              <a:t>THE SOLUTION  -  what you're about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Arial"/>
              </a:rPr>
              <a:t>Ground Control: one command, a named root cause + fix in 30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audit runs 40+ server, network and GPU checks - then a verdict engine correlates the signals into ONE named cause with the fix.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One tool, three audiences: internal (full detail), customer (plain-English, self-serve, redacted), support (ticket bundle).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AD0E8"/>
                </a:solidFill>
                <a:latin typeface="Arial"/>
              </a:rPr>
              <a:t>• 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Deterministic, runs on real CoreWeave Blackwell hardware, and uses zero AI tokens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solidFill>
            <a:srgbClr val="14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3AD0E8"/>
                </a:solidFill>
                <a:latin typeface="Arial"/>
              </a:rPr>
              <a:t>Next, live: a healthy node, a failing GPU, and a ~100x NCCL slowdown - each named and explained.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